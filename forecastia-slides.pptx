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Introducción al proyecto ForecastIA. TFM del Máster en Desarrollo con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el problema que ForecastIA resuelve.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funciones clave de ForecastIA: registrar, analizar y predecir.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los 14 casos de uso implementados a lo largo de las 7 fases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100% TypeScript tanto en frontend como en backend. Monorepo con workspaces de npm.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limpia/hexagonal. El dominio no sabe nada de Prisma, Express ni OpenAI.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es un servicio independiente fácilmente intercambiable por scikit-learn u otro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es opcional pero enriquece la experiencia. El fallback local garantiza disponibilidad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39 tests entre unitarios y de API. CI con GitHub Actions ejecuta todo en cada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es la forma recomendada para la demo. Railway + Vercel para producción en la nube.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demo en vivo: login, dashboard, crear predicción, exportar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los logros del proyecto y agradecer la atención.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1C4068"/>
          </a:solidFill>
          <a:ln w="9525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Desarrollo con IA  ·  TFM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ForecastIA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Inteligente de Ingresos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Pequeños Negocios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Rodríguez Blanco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github.com/link3z/forecastia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822960"/>
            <a:ext cx="2331720" cy="3566160"/>
          </a:xfrm>
          <a:prstGeom prst="roundRect">
            <a:avLst>
              <a:gd name="adj" fmla="val 5882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051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46520" y="1673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39+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446520" y="2724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46520" y="3776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técnicos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pequeños negocios no pueden anticipar sus ingresos?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554480"/>
            <a:ext cx="1005840" cy="1005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negocios deciden sin datos. No saben qué venderán mañana ni cómo planificar el personal o los pedidos.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554480"/>
            <a:ext cx="1005840" cy="1005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ignoradas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0712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clima, los eventos y las campañas impactan las ventas — pero nadie los tiene en cuenta al planificar.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554480"/>
            <a:ext cx="1005840" cy="1005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1072" y="31546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de Business Intelligence son caras y complejas para restaurantes, food trucks o terrazas.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completa que registra, analiza y predice ingresos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132F4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12724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Cierres diarios con 13 variables: caja, tickets, clima, temperatura, lluvia, viento, eventos y campañas.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92024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132F4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0116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355848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93008" y="312724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evolución de caja, métricas clave, comparativas entre variables y tendencias recientes.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92024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132F4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20116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54496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91656" y="312724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pesimista, medio y optimista con probabilidades de superar umbrales. Explicación con IA generativa.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casos de uso implementados · Negocio genérico adaptable a cualquier sector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673352"/>
            <a:ext cx="713232" cy="7132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673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diario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con 13 variables por día. Sin duplicados.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8416" y="1673352"/>
            <a:ext cx="713232" cy="7132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673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6052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18288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masivo con validación línea a línea.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673352"/>
            <a:ext cx="713232" cy="7132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673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95160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8288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de evolución y métricas con Recharts.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3392424"/>
            <a:ext cx="713232" cy="7132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3924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3182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547872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heurístico + OpenAI. 3 escenarios.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044952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28416" y="3392424"/>
            <a:ext cx="713232" cy="7132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33924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160520" y="3182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60520" y="3547872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 y Markdown con un clic.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044952"/>
            <a:ext cx="26517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3392424"/>
            <a:ext cx="713232" cy="7132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3924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95160" y="3182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3547872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rutas protegidas + seed demo.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69080" cy="3611880"/>
          </a:xfrm>
          <a:prstGeom prst="roundRect">
            <a:avLst>
              <a:gd name="adj" fmla="val 3038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React + Vite + TypeScript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React Router  (SPA)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TanStack Query  (server state)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9125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Recharts  (gráficas interactivas)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124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Tailwind CSS + shadcn/ui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3611880"/>
          </a:xfrm>
          <a:prstGeom prst="roundRect">
            <a:avLst>
              <a:gd name="adj" fmla="val 3038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430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DEVOPS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6276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Node.js + Express + TypeScript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13055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Prisma ORM + PostgreSQL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334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JWT + bcrypt  (seguridad)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13639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Zod  (validación de entradas)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63931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OpenAI API  (explicaciones IA)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41422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Docker + GitHub Actions CI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 (Hexagonal)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dependencias fluyen siempre hacia el interior — el dominio no conoce la infraestructura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624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(HTTP)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82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Routes · Middlewares · Zod validators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2167128"/>
            <a:ext cx="4956048" cy="749808"/>
          </a:xfrm>
          <a:prstGeom prst="roundRect">
            <a:avLst>
              <a:gd name="adj" fmla="val 9756"/>
            </a:avLst>
          </a:prstGeom>
          <a:solidFill>
            <a:srgbClr val="1578A0"/>
          </a:solidFill>
          <a:ln w="12700">
            <a:solidFill>
              <a:srgbClr val="157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311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551176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DTOs · Orchestración de servicios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7824" y="3035808"/>
            <a:ext cx="4700016" cy="749808"/>
          </a:xfrm>
          <a:prstGeom prst="roundRect">
            <a:avLst>
              <a:gd name="adj" fmla="val 9756"/>
            </a:avLst>
          </a:prstGeom>
          <a:solidFill>
            <a:srgbClr val="0D4A6B"/>
          </a:solidFill>
          <a:ln w="12700">
            <a:solidFill>
              <a:srgbClr val="0D4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0998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0704" y="341985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Value Objects · Domain Services · Interfaces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33856" y="3904488"/>
            <a:ext cx="4443984" cy="749808"/>
          </a:xfrm>
          <a:prstGeom prst="roundRect">
            <a:avLst>
              <a:gd name="adj" fmla="val 9756"/>
            </a:avLst>
          </a:prstGeom>
          <a:solidFill>
            <a:srgbClr val="132F4C"/>
          </a:solidFill>
          <a:ln w="12700">
            <a:solidFill>
              <a:srgbClr val="132F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39684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16736" y="428853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Repositories · OpenAI · bcrypt/JWT · CSV Exporters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261872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Testable capa a capa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Modelo predictivo intercambiable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ORM independiente del dominio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Repositorios mockeables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Fácil de extender con ML real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 Heurístico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Explicable, transparente y sustituible por un modelo ML real en el futuro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24128" y="1298448"/>
            <a:ext cx="5074920" cy="786384"/>
          </a:xfrm>
          <a:prstGeom prst="roundRect">
            <a:avLst>
              <a:gd name="adj" fmla="val 9302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37160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estadística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682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media global  +  40% media del día de semana  +  20% tendencia reciente (últimos 7 días)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76856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276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4128" y="2185416"/>
            <a:ext cx="5074920" cy="786384"/>
          </a:xfrm>
          <a:prstGeom prst="roundRect">
            <a:avLst>
              <a:gd name="adj" fmla="val 9302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25856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por clima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5694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Soleado +15%  ·  Parcial +5%  ·  Nublado -5%  ·  Lluvia -20%  ·  Tormenta -35%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163824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24128" y="3072384"/>
            <a:ext cx="5074920" cy="786384"/>
          </a:xfrm>
          <a:prstGeom prst="roundRect">
            <a:avLst>
              <a:gd name="adj" fmla="val 9302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14553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por factores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alta/baja  ±10%  ·  Evento relevante  +20%  ·  Campaña activa  +10%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050792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4128" y="3959352"/>
            <a:ext cx="5074920" cy="786384"/>
          </a:xfrm>
          <a:prstGeom prst="roundRect">
            <a:avLst>
              <a:gd name="adj" fmla="val 9302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403250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+ probabilities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= esperado − σ  ·  Medio = esperado  ·  Óptimo = esperado + 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1261872"/>
            <a:ext cx="2377440" cy="3520440"/>
          </a:xfrm>
          <a:prstGeom prst="roundRect">
            <a:avLst>
              <a:gd name="adj" fmla="val 4615"/>
            </a:avLst>
          </a:prstGeom>
          <a:solidFill>
            <a:srgbClr val="132F4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182880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superar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configurables: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€ 1.000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distribución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sobre 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histórica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funciona con o sin API key de OpenAI — nunca queda bloqueada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63040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OpenAI API Key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genera una explicación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y útil para el gestor: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 qué se estima esa caja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Qué factores suben la previsión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Qué factores la bajan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Recomendación operativa básica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463040"/>
            <a:ext cx="2286000" cy="329184"/>
          </a:xfrm>
          <a:prstGeom prst="roundRect">
            <a:avLst>
              <a:gd name="adj" fmla="val 19444"/>
            </a:avLst>
          </a:prstGeom>
          <a:solidFill>
            <a:srgbClr val="132F4C"/>
          </a:solidFill>
          <a:ln w="12700">
            <a:solidFill>
              <a:srgbClr val="132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463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 Key (Fallback local)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en TypeScript genera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explicación equivalente: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Misma estructura de respuesta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Factores calculados localmente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Siempre disponible offline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 coste adicional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Fácil de personalizar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&amp; CI/CD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Supertest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188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33756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técnicos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API · Seguridad · Deploy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88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21792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→ Tests → Deploy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319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HeuristicForecastService · RecalibrateMetrics · LocalFallback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88036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319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Businesses · Daily Records · Forecasts (Supertest)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59352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50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398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TypeCheck · Tests en cada push a main con PostgreSQL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959352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4050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limpio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398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Prettier + Zod + manejo centralizado de errores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F"/>
          </a:solidFill>
          <a:ln w="12700">
            <a:solidFill>
              <a:srgbClr val="EE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opciones de ejecución — de más sencilla a más escalable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63040"/>
            <a:ext cx="1828800" cy="301752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LOCAL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docker-compose up --build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Migrations automáticas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Seed con datos de ejemplo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7705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Web: :80  ·  API: :4000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463040"/>
            <a:ext cx="1828800" cy="301752"/>
          </a:xfrm>
          <a:prstGeom prst="roundRect">
            <a:avLst>
              <a:gd name="adj" fmla="val 18182"/>
            </a:avLst>
          </a:prstGeom>
          <a:solidFill>
            <a:srgbClr val="132F4C"/>
          </a:solidFill>
          <a:ln w="12700">
            <a:solidFill>
              <a:srgbClr val="132F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463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18836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sin Docker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3957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npm install (raíz del monorepo)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88950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npm run dev (web + api)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3832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Variables en .env.example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87705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local requerido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32588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8DF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463040"/>
            <a:ext cx="1828800" cy="301752"/>
          </a:xfrm>
          <a:prstGeom prst="roundRect">
            <a:avLst>
              <a:gd name="adj" fmla="val 18182"/>
            </a:avLst>
          </a:prstGeom>
          <a:solidFill>
            <a:srgbClr val="132F4C"/>
          </a:solidFill>
          <a:ln w="12700">
            <a:solidFill>
              <a:srgbClr val="132F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463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3640" y="18836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+ Vercel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3957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Railway: API + PostgreSQL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88950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Vercel: Frontend React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Variables de entorno en panel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87705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CI/CD automático desde GitHub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Acceso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74920" cy="2331720"/>
          </a:xfrm>
          <a:prstGeom prst="roundRect">
            <a:avLst>
              <a:gd name="adj" fmla="val 4706"/>
            </a:avLst>
          </a:prstGeom>
          <a:solidFill>
            <a:srgbClr val="132F4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5214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prueba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demo@forecastia.app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396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21396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Demo1234!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precargado: Chiringuito O Solpor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Cierres históricos de ejemplo + predicciones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051560"/>
            <a:ext cx="3108960" cy="2331720"/>
          </a:xfrm>
          <a:prstGeom prst="roundRect">
            <a:avLst>
              <a:gd name="adj" fmla="val 4706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152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33872" y="16642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56832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github.com/link3z/forecastia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21214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56832" y="2121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documentación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33872" y="25786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56832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documentación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principales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1325880" cy="804672"/>
          </a:xfrm>
          <a:prstGeom prst="roundRect">
            <a:avLst>
              <a:gd name="adj" fmla="val 9091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3192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931920"/>
            <a:ext cx="1325880" cy="804672"/>
          </a:xfrm>
          <a:prstGeom prst="roundRect">
            <a:avLst>
              <a:gd name="adj" fmla="val 9091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93192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931920"/>
            <a:ext cx="1325880" cy="804672"/>
          </a:xfrm>
          <a:prstGeom prst="roundRect">
            <a:avLst>
              <a:gd name="adj" fmla="val 9091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93192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1325880" cy="804672"/>
          </a:xfrm>
          <a:prstGeom prst="roundRect">
            <a:avLst>
              <a:gd name="adj" fmla="val 9091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93192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931920"/>
            <a:ext cx="1325880" cy="804672"/>
          </a:xfrm>
          <a:prstGeom prst="roundRect">
            <a:avLst>
              <a:gd name="adj" fmla="val 9091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93192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3931920"/>
            <a:ext cx="1325880" cy="804672"/>
          </a:xfrm>
          <a:prstGeom prst="roundRect">
            <a:avLst>
              <a:gd name="adj" fmla="val 9091"/>
            </a:avLst>
          </a:prstGeom>
          <a:solidFill>
            <a:srgbClr val="132F4C"/>
          </a:solidFill>
          <a:ln w="6350">
            <a:solidFill>
              <a:srgbClr val="1C40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93192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2834640"/>
          </a:xfrm>
          <a:prstGeom prst="roundRect">
            <a:avLst>
              <a:gd name="adj" fmla="val 3871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521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construido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Plataforma fullstack completa y funcional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Arquitectura limpia lista para producción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408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Modelo predictivo heurístico y explicable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066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OpenAI integrado con fallback resiliente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+ 39+ tests · CI/CD · Docker · 12 docs técnicos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381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Demo real con datos de un chiringuito de playa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051560"/>
            <a:ext cx="3108960" cy="2834640"/>
          </a:xfrm>
          <a:prstGeom prst="roundRect">
            <a:avLst>
              <a:gd name="adj" fmla="val 3871"/>
            </a:avLst>
          </a:prstGeom>
          <a:solidFill>
            <a:srgbClr val="132F4C"/>
          </a:solidFill>
          <a:ln w="9525">
            <a:solidFill>
              <a:srgbClr val="1C40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1521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06440" y="160934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Modelo ML real (scikit-learn / Prophet)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197510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Ingesta automática de datos del clima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23408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PWA / app móvil nativa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270662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Alertas y notificaciones push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307238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Integración con TPV / caja registradora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06440" y="343814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Multi-negocio con panel de administración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ForecastIA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57200" y="4590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github.com/link3z/forecastia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ForecastIA</dc:title>
  <dc:subject>PptxGenJS Presentation</dc:subject>
  <dc:creator>Javier Rodríguez Blanco</dc:creator>
  <cp:lastModifiedBy>Javier Rodríguez Blanco</cp:lastModifiedBy>
  <cp:revision>1</cp:revision>
  <dcterms:created xsi:type="dcterms:W3CDTF">2026-07-13T16:10:50Z</dcterms:created>
  <dcterms:modified xsi:type="dcterms:W3CDTF">2026-07-13T16:10:50Z</dcterms:modified>
</cp:coreProperties>
</file>